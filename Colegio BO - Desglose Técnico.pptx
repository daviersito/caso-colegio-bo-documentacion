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us Jakarta Sans ExtraBold"/>
      <p:bold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1368BB-9946-4119-88D5-25C8B270B0DE}">
  <a:tblStyle styleId="{8E1368BB-9946-4119-88D5-25C8B270B0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ExtraBold-bold.fntdata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0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11" Type="http://schemas.openxmlformats.org/officeDocument/2006/relationships/image" Target="../media/image22.png"/><Relationship Id="rId10" Type="http://schemas.openxmlformats.org/officeDocument/2006/relationships/image" Target="../media/image30.png"/><Relationship Id="rId12" Type="http://schemas.openxmlformats.org/officeDocument/2006/relationships/image" Target="../media/image25.png"/><Relationship Id="rId9" Type="http://schemas.openxmlformats.org/officeDocument/2006/relationships/image" Target="../media/image29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337" y="3704183"/>
            <a:ext cx="67913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75735" y="2229742"/>
            <a:ext cx="4240530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COLEGIO BO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14700" y="3056483"/>
            <a:ext cx="5562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Ecosistema Completo de Microservicios y Frontend SPA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43237" y="3904208"/>
            <a:ext cx="215265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ASIGNATURA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43237" y="4099470"/>
            <a:ext cx="21526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Fullstack 3 002D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76912" y="3904208"/>
            <a:ext cx="337185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INTEGRANTES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76912" y="4099470"/>
            <a:ext cx="3371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Vicente Manríquez · Dilan Micolta · Davier Ramos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486400" y="2371725"/>
            <a:ext cx="1219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PARTE 01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50394" y="2752725"/>
            <a:ext cx="9691211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ARQUITECTURA &amp; INFRAESTRUCTURA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000375" y="3857625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general de telecomunicación local de servicios basados en contenedores aislados y orquestación unificada.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2095500"/>
            <a:ext cx="5157787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104900" y="2459831"/>
            <a:ext cx="4824412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(postgres-db):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PostgreSQL 15 que almacena bases individuales e independientes por microservicio aplicando el patrón 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04900" y="3350418"/>
            <a:ext cx="48244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Mensajería (rabbitmq):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Broker de mensajería AMQP dedicada a la intercomunicación asíncrona basada en eventos internos del sistema.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04900" y="4207668"/>
            <a:ext cx="48244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Calidad de Código (sonarqube y sonar-db):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Suite local para control de calidad estático y reporte automatizado de cobertura de código.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1650" y="2917031"/>
            <a:ext cx="169545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49793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38851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24576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01. ARQUITECTURA &amp; DOCKER COMPOSE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71525" y="581025"/>
            <a:ext cx="47625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2686" y="1449675"/>
            <a:ext cx="5318426" cy="455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486400" y="2371725"/>
            <a:ext cx="1219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PARTE 02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220640" y="2752725"/>
            <a:ext cx="575071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FRONTEND SPA REACT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000375" y="3857625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 reactivo de alto rendimiento estructurado para tres niveles de jerarquía y roles del sistema escolar.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2095500"/>
            <a:ext cx="5157787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71525" y="2205037"/>
            <a:ext cx="51577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Estructurado para tres roles: Administradores, Profesores y Apoderados.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104900" y="2805112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y react-dom (v18.3):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Librería base que sirve de núcleo para construir la interfaz y controlar el árbol DOM de forma reactiva.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104900" y="3433762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react-router-dom (v6.26):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Gestor de navegación interna dinámica para evitar recargas completas de la página.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104900" y="4062412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bootstrap (v5.3):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Framework CSS utilizado para estructurar layouts fluidos e interfaces completamente responsivas.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104900" y="4691062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jwt-decode (v4.0):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Lectura en cliente del payload de los JSON Web Tokens (JWT) para controlar vistas y restricciones por rol.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8432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4718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1005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7291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962025" y="581025"/>
            <a:ext cx="1098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02. REACT &amp; VITE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71525" y="581025"/>
            <a:ext cx="47625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9">
            <a:alphaModFix/>
          </a:blip>
          <a:srcRect b="0" l="20999" r="0" t="0"/>
          <a:stretch/>
        </p:blipFill>
        <p:spPr>
          <a:xfrm>
            <a:off x="6262675" y="1973400"/>
            <a:ext cx="5572199" cy="37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486400" y="2371725"/>
            <a:ext cx="1219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PARTE 03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77847" y="2752725"/>
            <a:ext cx="1043630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ECOSISTEMA BACKEND MULTI-MÓDULO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000375" y="3857625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Desglose completo de puertos, propósitos e infraestructura para los 7 microservicios de Spring Boot en Java 21.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19"/>
          <p:cNvGraphicFramePr/>
          <p:nvPr/>
        </p:nvGraphicFramePr>
        <p:xfrm>
          <a:off x="771525" y="1914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{8E1368BB-9946-4119-88D5-25C8B270B0DE}</a:tableStyleId>
              </a:tblPr>
              <a:tblGrid>
                <a:gridCol w="2326025"/>
                <a:gridCol w="1290625"/>
                <a:gridCol w="7032275"/>
              </a:tblGrid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Microservicio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Puerto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Responsabilidad Clave / Rol de Negocio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apigateway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Centraliza el acceso, redirige peticiones e implementa resiliencia de red.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servicio-usuarios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Controla cuentas de usuario, cifra credenciales y expide firmas JWT.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servicio-asistencia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Registra y consulta de forma persistente la asistencia escolar diaria.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servicio-matricula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Incorpora nuevos estudiantes e interactúa notificando eventos a RabbitMQ.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servicio-academico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Administra cursos, asignaturas asignadas a profesores y evaluaciones.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servicio-reportes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Consume eventos en colas asíncronas para calcular y exportar métricas.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servicio-mensajeria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Establece comunicación de chat directa entre profesores y apoderados.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9"/>
          <p:cNvSpPr/>
          <p:nvPr/>
        </p:nvSpPr>
        <p:spPr>
          <a:xfrm>
            <a:off x="771525" y="23002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097559" y="23002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388197" y="23002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71525" y="27574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097559" y="27574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388197" y="27574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71525" y="32146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097559" y="32146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388197" y="32146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771525" y="36718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097559" y="36718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388197" y="36718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71525" y="41290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097559" y="41290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388197" y="41290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71525" y="45862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097559" y="45862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388197" y="45862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71525" y="50434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097559" y="50434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388197" y="50434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71525" y="5500687"/>
            <a:ext cx="23260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097559" y="5500687"/>
            <a:ext cx="1290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388197" y="5500687"/>
            <a:ext cx="7032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959" y="241935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9959" y="287655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9959" y="333375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9959" y="379095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49959" y="424815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49959" y="470535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49959" y="5162550"/>
            <a:ext cx="476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03. MICROSERVICIOS: DETALLE TÉCNICO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771525" y="581025"/>
            <a:ext cx="47625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486400" y="2371725"/>
            <a:ext cx="1219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PARTE 04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452919" y="2752725"/>
            <a:ext cx="928616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DEPENDENCIAS Y STARTERS DE JAVA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3000375" y="3857625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Librerías principales e infraestructura del ecosistema Spring Framework para persistencia, seguridad y comunicación.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1104900" y="2505075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spring-boot-starter-web: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Habilita controladores REST y configura el servidor web embebido Tomcat.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104900" y="3133725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spring-boot-starter-data-jpa: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Capa persistente Hibernate para interactuar con bases PostgreSQL de forma ágil.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104900" y="3762375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spring-boot-starter-security: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Filtros de protección e interceptores para validar la firma de los tokens JWT entrantes.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104900" y="4391025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spring-boot-starter-amqp: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Cliente nativo para la comunicación guiada por eventos a través de RabbitMQ.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596062" y="2488406"/>
            <a:ext cx="4824412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spring-boot-starter-webflux: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Expone el cliente HTTP reactivo para peticiones síncronas entre servicios.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596062" y="3150393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resilience4j: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Implementa cortocircuitos de red (circuit breakers) evitando fallos continuos en cascada.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596062" y="3779043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springdoc-openapi-starter-webmvc-ui: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Generador interactivo automático de documentación OpenAPI (Swagger UI).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596062" y="4407693"/>
            <a:ext cx="48244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lombok: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Compilador que elimina código repetitivo como getters, setters y constructores en Java.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6062" y="2717006"/>
            <a:ext cx="85725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543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171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8004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4291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0312" y="252650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10312" y="318849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0312" y="381714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10312" y="4445793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04. DEPENDENCIAS: SPRING BOOT &amp; CLOUD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771525" y="581025"/>
            <a:ext cx="47625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5736" y="3581400"/>
            <a:ext cx="3260377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3850719" y="1952625"/>
            <a:ext cx="4490561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¿Preguntas?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500562" y="2914650"/>
            <a:ext cx="3190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Presentación Técnica · Colegio BO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465736" y="3876675"/>
            <a:ext cx="15068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ASIGNATURA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465736" y="4095750"/>
            <a:ext cx="150688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Fullstack 3 002D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972621" y="3876675"/>
            <a:ext cx="175349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INTEGRANTES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972621" y="4095750"/>
            <a:ext cx="175349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V. Manríquez · D. Micolta · D. Ramos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